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Purchase Analysis of an E-Commerce Store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Data Analysis Project |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analyze customer purchasing behavior and provide actionable insights to improve sales and retention.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- 500 Records</a:t>
            </a:r>
          </a:p>
          <a:p>
            <a:r>
              <a:t>- Columns: Order ID, Customer ID, Gender, Age, Product Category, Order Date, Order Time, City, Payment Method, Quantity, Unit Price, Total Amount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Removed null values</a:t>
            </a:r>
          </a:p>
          <a:p>
            <a:r>
              <a:t>- Fixed date/time formats</a:t>
            </a:r>
          </a:p>
          <a:p>
            <a:r>
              <a:t>- Converted numeric fields</a:t>
            </a:r>
          </a:p>
          <a:p>
            <a:r>
              <a:t>- Removed duplicates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Sales by product category</a:t>
            </a:r>
          </a:p>
          <a:p>
            <a:r>
              <a:t>- Age &amp; gender-based trends</a:t>
            </a:r>
          </a:p>
          <a:p>
            <a:r>
              <a:t>- City-wise revenue</a:t>
            </a:r>
          </a:p>
          <a:p>
            <a:r>
              <a:t>- Preferred payment methods</a:t>
            </a:r>
          </a:p>
          <a:p>
            <a:r>
              <a:t>- Order timing patterns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Peak purchases: 7 PM to 9 PM</a:t>
            </a:r>
          </a:p>
          <a:p>
            <a:r>
              <a:t>- Most buyers: Females aged 25–34</a:t>
            </a:r>
          </a:p>
          <a:p>
            <a:r>
              <a:t>- Top city: New York</a:t>
            </a:r>
          </a:p>
          <a:p>
            <a:r>
              <a:t>- Preferred payment: Credit Card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Focus ads during peak hours</a:t>
            </a:r>
          </a:p>
          <a:p>
            <a:r>
              <a:t>- Personalized offers by age/gender</a:t>
            </a:r>
          </a:p>
          <a:p>
            <a:r>
              <a:t>- Promote in underperforming cities</a:t>
            </a:r>
          </a:p>
          <a:p>
            <a:r>
              <a:t>- Maintain top-selling product inventory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data reveals key sales drivers. Strategic actions based on this analysis can significantly boost engagement and sales.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